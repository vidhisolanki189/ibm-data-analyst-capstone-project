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8" d="100"/>
          <a:sy n="78" d="100"/>
        </p:scale>
        <p:origin x="662" y="6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6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4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57" y="1168401"/>
            <a:ext cx="9861169" cy="2387600"/>
          </a:xfrm>
          <a:noFill/>
        </p:spPr>
        <p:txBody>
          <a:bodyPr/>
          <a:lstStyle/>
          <a:p>
            <a:r>
              <a:rPr lang="en-US" dirty="0"/>
              <a:t>IBM Data Analyst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/>
              <a:t>Vidhi </a:t>
            </a:r>
            <a:r>
              <a:rPr lang="en-US" dirty="0" err="1"/>
              <a:t>solanki</a:t>
            </a:r>
            <a:r>
              <a:rPr lang="en-US" dirty="0"/>
              <a:t> </a:t>
            </a:r>
          </a:p>
          <a:p>
            <a:r>
              <a:rPr lang="en-US" dirty="0"/>
              <a:t>Date:23/05/2026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73" y="17206"/>
            <a:ext cx="3375127" cy="3538795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 </a:t>
            </a:r>
            <a:r>
              <a:rPr lang="en-US" sz="1800" dirty="0" err="1"/>
              <a:t>Visualisation</a:t>
            </a:r>
            <a:r>
              <a:rPr lang="en-US" sz="1800" dirty="0"/>
              <a:t> – Charts</a:t>
            </a:r>
          </a:p>
          <a:p>
            <a:pPr lvl="1"/>
            <a:r>
              <a:rPr lang="en-US" sz="1800" dirty="0"/>
              <a:t>Dashboard</a:t>
            </a:r>
          </a:p>
          <a:p>
            <a:pPr lvl="1"/>
            <a:r>
              <a:rPr lang="en-IN" sz="1800" dirty="0"/>
              <a:t>Programming Languages Trends</a:t>
            </a:r>
            <a:endParaRPr lang="en-US" sz="1800" dirty="0"/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Collected and </a:t>
            </a:r>
            <a:r>
              <a:rPr lang="en-US" sz="2400" dirty="0" err="1"/>
              <a:t>analysed</a:t>
            </a:r>
            <a:r>
              <a:rPr lang="en-US" sz="2400" dirty="0"/>
              <a:t> Stack Overflow Developer Survey data</a:t>
            </a:r>
            <a:endParaRPr lang="en-US" sz="2200" dirty="0"/>
          </a:p>
          <a:p>
            <a:pPr lvl="1"/>
            <a:r>
              <a:rPr lang="en-US" sz="1800" dirty="0"/>
              <a:t>python</a:t>
            </a:r>
          </a:p>
          <a:p>
            <a:pPr lvl="1"/>
            <a:r>
              <a:rPr lang="en-US" sz="1800" dirty="0"/>
              <a:t>pandas</a:t>
            </a:r>
          </a:p>
          <a:p>
            <a:pPr lvl="1"/>
            <a:r>
              <a:rPr lang="en-US" sz="1800" dirty="0"/>
              <a:t> POWER BI</a:t>
            </a:r>
          </a:p>
          <a:p>
            <a:r>
              <a:rPr lang="en-US" sz="2200" dirty="0"/>
              <a:t>Cleaned and processed the dataset using Python and pandas</a:t>
            </a:r>
          </a:p>
          <a:p>
            <a:r>
              <a:rPr lang="en-US" sz="2200" dirty="0"/>
              <a:t>Built dashboards to present insights effectively.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3683DE5-A2DD-97A4-BDD9-6809B545A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2648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The dataset contains responses from developers worldwide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The analysis focuses on programming languages, salaries, and work preferences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Python, Pandas, and visualization tools were used for analysis.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The goal is to identify trends and insights from developer data.</a:t>
            </a: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IN" sz="1800" dirty="0">
                <a:solidFill>
                  <a:schemeClr val="tx1"/>
                </a:solidFill>
              </a:rPr>
              <a:t>Data Cleaning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IN" sz="1800" dirty="0">
                <a:solidFill>
                  <a:schemeClr val="tx1"/>
                </a:solidFill>
              </a:rPr>
              <a:t>Dashboard Creation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Data collection from survey dataset</a:t>
            </a:r>
            <a:endParaRPr lang="en-US" sz="2200" dirty="0"/>
          </a:p>
          <a:p>
            <a:r>
              <a:rPr lang="en-IN" sz="2400" dirty="0"/>
              <a:t>Data cleaning using Pandas</a:t>
            </a:r>
            <a:endParaRPr lang="en-US" sz="2200" dirty="0"/>
          </a:p>
          <a:p>
            <a:r>
              <a:rPr lang="en-IN" sz="2400" dirty="0"/>
              <a:t>Data analysis using Python</a:t>
            </a:r>
            <a:endParaRPr lang="en-US" sz="2200" dirty="0"/>
          </a:p>
          <a:p>
            <a:r>
              <a:rPr lang="en-IN" sz="2400" dirty="0"/>
              <a:t>Data visualization using charts</a:t>
            </a:r>
            <a:endParaRPr lang="en-US" sz="2200" dirty="0"/>
          </a:p>
          <a:p>
            <a:pPr lvl="1"/>
            <a:r>
              <a:rPr lang="en-IN" sz="1800" dirty="0"/>
              <a:t>Python</a:t>
            </a:r>
            <a:endParaRPr lang="en-US" sz="1800" dirty="0"/>
          </a:p>
          <a:p>
            <a:pPr lvl="1"/>
            <a:r>
              <a:rPr lang="en-IN" sz="1800" dirty="0"/>
              <a:t>Power BI / Visualization Tools </a:t>
            </a:r>
          </a:p>
          <a:p>
            <a:pPr marL="457200" lvl="1" indent="0"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1D05E-A3D3-356F-EB51-94E7A1AE2A61}"/>
              </a:ext>
            </a:extLst>
          </p:cNvPr>
          <p:cNvSpPr txBox="1">
            <a:spLocks/>
          </p:cNvSpPr>
          <p:nvPr/>
        </p:nvSpPr>
        <p:spPr>
          <a:xfrm>
            <a:off x="1043114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65103-2AAF-D8E4-87C8-6A8478ED9F3C}"/>
              </a:ext>
            </a:extLst>
          </p:cNvPr>
          <p:cNvSpPr txBox="1"/>
          <p:nvPr/>
        </p:nvSpPr>
        <p:spPr>
          <a:xfrm>
            <a:off x="2632668" y="1587639"/>
            <a:ext cx="6420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Analysis identified popular programming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Salary trends were visualized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Developer preferences were </a:t>
            </a:r>
            <a:r>
              <a:rPr lang="en-IN" dirty="0" err="1"/>
              <a:t>analyzed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Charts and dashboards improved understanding of data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623BC3-D924-AF76-CFE6-C04B89A45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7" y="1825626"/>
            <a:ext cx="5075851" cy="4133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33610-6355-86EB-42BF-A713F2AA8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148" y="2388779"/>
            <a:ext cx="6202940" cy="35698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JavaScript and Python are among the most popular languages</a:t>
            </a:r>
          </a:p>
          <a:p>
            <a:r>
              <a:rPr lang="en-US" dirty="0"/>
              <a:t>HTML/CSS and SQL are widely used technologies</a:t>
            </a:r>
          </a:p>
          <a:p>
            <a:r>
              <a:rPr lang="en-US" dirty="0"/>
              <a:t>Developers continue to use multiple programming languages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Learning Python and JavaScript improves career opportunities</a:t>
            </a:r>
          </a:p>
          <a:p>
            <a:r>
              <a:rPr lang="en-US" dirty="0"/>
              <a:t>  Full-stack development        skills are in high demand</a:t>
            </a:r>
          </a:p>
          <a:p>
            <a:r>
              <a:rPr lang="en-US" dirty="0"/>
              <a:t>Database knowledge is important for developers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506662"/>
            <a:ext cx="4614949" cy="3240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70405-9A91-BC74-4DDE-422AF4EE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7" y="2772000"/>
            <a:ext cx="5975383" cy="3404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EC1F05-0663-7193-7C3F-5FB005FBE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06661"/>
            <a:ext cx="5684854" cy="35826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PostgreSQL and MySQL are widely used databases</a:t>
            </a:r>
          </a:p>
          <a:p>
            <a:r>
              <a:rPr lang="en-US" dirty="0"/>
              <a:t>MongoDB is popular for modern applications</a:t>
            </a:r>
          </a:p>
          <a:p>
            <a:r>
              <a:rPr lang="en-IN" dirty="0"/>
              <a:t>Microsoft SQL Server remains important in industry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Database management skills are highly valuable</a:t>
            </a:r>
          </a:p>
          <a:p>
            <a:r>
              <a:rPr lang="en-US" dirty="0"/>
              <a:t>   SQL knowledge is essential    for data-related roles</a:t>
            </a:r>
          </a:p>
          <a:p>
            <a:r>
              <a:rPr lang="en-US" dirty="0"/>
              <a:t>Cloud and NoSQL databases are growing rapidly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/>
              <a:t>IBM Cognos Analytics Dashboard </a:t>
            </a:r>
          </a:p>
          <a:p>
            <a:pPr marL="0" indent="0">
              <a:buNone/>
            </a:pPr>
            <a:r>
              <a:rPr lang="en-US" sz="2400" dirty="0"/>
              <a:t>Dashboard includes 3 tabs: Current Technology Usage, Future Technology Trend, and Demographics.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354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F8604C-6B62-58CC-35B1-3065B0903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1209" y="723481"/>
            <a:ext cx="12359473" cy="60491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923692" cy="81597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94FBA-BF10-05AD-F40A-A1CE4D368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949"/>
            <a:ext cx="12191999" cy="63907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973934" cy="719136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252F9E-6887-269F-51C6-A4FF0B9B0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8" y="582803"/>
            <a:ext cx="12118312" cy="60189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dirty="0"/>
              <a:t>Python and JavaScript are among the most popular technologies.</a:t>
            </a:r>
          </a:p>
          <a:p>
            <a:r>
              <a:rPr lang="en-IN" dirty="0"/>
              <a:t>Database technologies remain important in software development.</a:t>
            </a:r>
          </a:p>
          <a:p>
            <a:r>
              <a:rPr lang="en-US" dirty="0"/>
              <a:t>Cloud platforms such as AWS are widely used.</a:t>
            </a:r>
          </a:p>
          <a:p>
            <a:r>
              <a:rPr lang="en-US" dirty="0"/>
              <a:t>Dashboards improve analysis and decision-making process.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Python and JavaScript are the most popular programming languages.</a:t>
            </a:r>
          </a:p>
          <a:p>
            <a:r>
              <a:rPr lang="en-US" dirty="0"/>
              <a:t> PostgreSQL and MySQL are widely used databases.</a:t>
            </a:r>
          </a:p>
          <a:p>
            <a:r>
              <a:rPr lang="en-US" dirty="0"/>
              <a:t>AWS and cloud technologies are growing rapidly.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Learning Python and JavaScript improves career opportunities.</a:t>
            </a:r>
          </a:p>
          <a:p>
            <a:r>
              <a:rPr lang="en-US" dirty="0"/>
              <a:t>Database knowledge is important for data-related roles.</a:t>
            </a:r>
          </a:p>
          <a:p>
            <a:r>
              <a:rPr lang="en-US" dirty="0"/>
              <a:t>Cloud computing skills are becoming essential in industry.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Python and JavaScript are leading technologies.</a:t>
            </a:r>
          </a:p>
          <a:p>
            <a:r>
              <a:rPr lang="en-US" dirty="0"/>
              <a:t>PostgreSQL and MySQL are highly preferred databases.</a:t>
            </a:r>
          </a:p>
          <a:p>
            <a:r>
              <a:rPr lang="en-US" dirty="0"/>
              <a:t>Cloud technologies like AWS are growing rapidly.</a:t>
            </a:r>
          </a:p>
          <a:p>
            <a:r>
              <a:rPr lang="en-US" dirty="0"/>
              <a:t>Data analytics helps in better business decision-making.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Include any relevant additional charts, or tables that you may have created during the analysis phase.</a:t>
            </a:r>
          </a:p>
          <a:p>
            <a:r>
              <a:rPr lang="en-IN" dirty="0"/>
              <a:t>Additional dashboard screenshots included.</a:t>
            </a:r>
          </a:p>
          <a:p>
            <a:r>
              <a:rPr lang="en-US" dirty="0"/>
              <a:t>Dataset used: Stack Overflow Developer Survey.</a:t>
            </a:r>
          </a:p>
          <a:p>
            <a:r>
              <a:rPr lang="en-US" dirty="0"/>
              <a:t>Tools used: Python, Pandas, Cognos Analytics.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1055077" y="2261724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22C92-15DA-5CAA-6BDD-8341013C66C0}"/>
              </a:ext>
            </a:extLst>
          </p:cNvPr>
          <p:cNvSpPr txBox="1"/>
          <p:nvPr/>
        </p:nvSpPr>
        <p:spPr>
          <a:xfrm>
            <a:off x="2220685" y="5677587"/>
            <a:ext cx="8711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Washington DC and Detroit have the highest number of job postings.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 jobs are concentrated in major cities.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E2E398-E291-CBA4-9C0D-1BC97249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945" y="1637881"/>
            <a:ext cx="7988440" cy="34865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9172F-A0E4-BDBC-89B8-A180E855A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477" y="1637881"/>
            <a:ext cx="7998488" cy="31552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679533-F926-795B-30A9-ED05AB6B3FDE}"/>
              </a:ext>
            </a:extLst>
          </p:cNvPr>
          <p:cNvSpPr txBox="1"/>
          <p:nvPr/>
        </p:nvSpPr>
        <p:spPr>
          <a:xfrm>
            <a:off x="1718268" y="5446207"/>
            <a:ext cx="7998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and Python are the most popular programming languages.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and HTML/CSS are widely used by developers.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Multi-language programming skills are in high demand.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343</TotalTime>
  <Words>525</Words>
  <Application>Microsoft Office PowerPoint</Application>
  <PresentationFormat>Widescreen</PresentationFormat>
  <Paragraphs>116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IBM Data Analyst Capstone Project</vt:lpstr>
      <vt:lpstr>PowerPoint Presentation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prachi darji</cp:lastModifiedBy>
  <cp:revision>46</cp:revision>
  <dcterms:created xsi:type="dcterms:W3CDTF">2024-10-30T05:40:03Z</dcterms:created>
  <dcterms:modified xsi:type="dcterms:W3CDTF">2026-05-23T11:17:39Z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